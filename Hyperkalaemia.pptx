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06F4-8C23-C99A-852A-9567DEC91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0900F-31F1-C537-9128-99FE3FBD8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C7C9E-8616-ECCD-61E3-1907A7AE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4F5EB-E0E0-EAE2-7F9A-CF1F82EB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F63EF-BB87-CE40-B687-B8DB5010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7DC3-511E-80EE-2C36-E6B7FE54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FEC8C-AD69-6952-5DA7-CB247FDE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DCD2-6DF2-9A76-3EE0-AA141AF2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E5987-1FFC-F973-CA03-8BE1C7F3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71721-CBE4-A4B7-6C61-3C7317BD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3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5FFC-A243-1CC0-A919-44F2C5D8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3A706-94B4-9069-37FB-45202A91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61F7-CB32-955C-60ED-16164B7F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40698-906C-46A6-6BA8-B47FCE67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D20F-CD9D-53D0-FA31-AA42BBDE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9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B109-690A-B9E4-725B-8A0116CE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DDEE-6DC5-D40B-D251-65207CC03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3FC1F-15D2-2D7F-BDAE-CB9A945F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22674-F075-25E9-8682-772051B6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A1DC-99F4-E791-6320-2D3A2C52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03AB3-5825-2770-DB43-98886CB9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8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E5A0-A915-A85E-9BF2-FDD70ED87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5A79B-2BBD-EC5D-81F5-97F1B1F8B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11530-1CEC-2AFF-F8F5-5468D73B2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3E4F6-770B-321A-FF63-B4876E5FE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8D827-2FCB-2750-DB97-E3BB2030B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44C9B-3444-ECBE-E085-D475EF7E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795C2-4955-3EC3-1B33-4B0AA0ED5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21CA9E-6188-E75A-B66A-2EE9047F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A603-D2B1-D54B-716D-070FF45D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23195-722B-D5F3-466D-75744154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341F1-E304-A199-F95B-AAA5A687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3D57E-8637-49C7-404E-46DE7CE0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5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C76E0-83B5-D6DD-478F-0A01B709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CD44E-165C-D08E-A876-787BCA15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5AF07-50B2-CF68-BB85-2E01CF0B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9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21E6-8EB8-1D96-842F-28C4D49D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233D-9BDC-4C1B-FBF3-07E8CBC6B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D71F-98ED-A3F3-8C40-3E2DCC96D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08B2E-E30E-361E-2347-BED544B7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FE53C-4461-2B08-8F7C-D87519017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63E92-9251-E9B4-DB0B-AF67E8E0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E45C-0816-8674-67BF-A28687CB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BAD406-CF35-ADF2-F9D4-44FACBF72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B5BF5-1A01-AB14-29BD-877D001F9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1093A-0E2D-4CD4-0A93-8ACD1D66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37C49-F174-377E-FE15-C0575D59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A1961-CFFD-B950-B112-C7395942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7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7B12-EA05-28DC-9CA3-C3DF46F7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D9857-8D44-EC6E-012A-76F4A1ED1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A1D34-DA3E-60F7-7A60-43579461D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542AA-DC27-20CB-3689-7F8DCBFB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C100-3A7E-2A39-7BD3-9EE68436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2A8B8-F591-B386-475D-D9E08DC4A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2D90F-DF10-95BD-97E1-FEA36866A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2EB3-5B4C-3958-719C-150FAEFF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6F96-606B-C442-001A-15BDD866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EECD3-6359-D00A-FA4A-75B846B3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9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D5493-7978-5B93-834C-8CF4F11E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02C58-1E78-AA1A-DDFC-C636E1A50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74EB-3065-7460-27D5-BB4F79938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36F7B-6DB9-AF45-8893-B22FD5D3A61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40A92-DB4B-538F-27A4-77C0F52B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CF4AF-323B-425C-74DE-FA3C1EA7A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DD5CA-4FA0-1745-92B6-FEBE862FB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77C3D-6384-8D26-DA31-9887FE9BA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8857561" cy="6889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7BE1F9-5488-16BA-0205-AE89047AB6DC}"/>
              </a:ext>
            </a:extLst>
          </p:cNvPr>
          <p:cNvSpPr txBox="1"/>
          <p:nvPr/>
        </p:nvSpPr>
        <p:spPr>
          <a:xfrm>
            <a:off x="8857560" y="462708"/>
            <a:ext cx="2922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data were collected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AQUAMAT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SEAQUAMAT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Adults in Vietnam</a:t>
            </a:r>
          </a:p>
        </p:txBody>
      </p:sp>
    </p:spTree>
    <p:extLst>
      <p:ext uri="{BB962C8B-B14F-4D97-AF65-F5344CB8AC3E}">
        <p14:creationId xmlns:p14="http://schemas.microsoft.com/office/powerpoint/2010/main" val="245572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E71C-D541-1519-D3DE-0F130534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CD42D7-20CC-5374-13C0-7FF077FFA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8857560" cy="6889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A42035-0832-ED02-008A-8B7F811C797A}"/>
              </a:ext>
            </a:extLst>
          </p:cNvPr>
          <p:cNvSpPr txBox="1"/>
          <p:nvPr/>
        </p:nvSpPr>
        <p:spPr>
          <a:xfrm>
            <a:off x="8857560" y="462708"/>
            <a:ext cx="29225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data were collected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AQUAMAT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SEAQUAMAT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FEAST</a:t>
            </a:r>
          </a:p>
        </p:txBody>
      </p:sp>
    </p:spTree>
    <p:extLst>
      <p:ext uri="{BB962C8B-B14F-4D97-AF65-F5344CB8AC3E}">
        <p14:creationId xmlns:p14="http://schemas.microsoft.com/office/powerpoint/2010/main" val="16880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1F34-E526-3FDF-8ED8-1306801A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260AEF-413E-0E3C-1202-59DD9BB8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8857560" cy="6889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CFC29E-B72D-0637-69B4-24D621FB4D89}"/>
              </a:ext>
            </a:extLst>
          </p:cNvPr>
          <p:cNvSpPr txBox="1"/>
          <p:nvPr/>
        </p:nvSpPr>
        <p:spPr>
          <a:xfrm>
            <a:off x="8857560" y="462708"/>
            <a:ext cx="29225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data were collected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Ugandan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Vietnam adults</a:t>
            </a:r>
          </a:p>
        </p:txBody>
      </p:sp>
    </p:spTree>
    <p:extLst>
      <p:ext uri="{BB962C8B-B14F-4D97-AF65-F5344CB8AC3E}">
        <p14:creationId xmlns:p14="http://schemas.microsoft.com/office/powerpoint/2010/main" val="13482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65C6-7D4E-F07E-05D7-B0C091CB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70AF8B-090E-F5FC-B722-6F61C939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8857559" cy="68892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3C7837-2729-16BC-448F-CC0BD0DFE36D}"/>
              </a:ext>
            </a:extLst>
          </p:cNvPr>
          <p:cNvSpPr txBox="1"/>
          <p:nvPr/>
        </p:nvSpPr>
        <p:spPr>
          <a:xfrm>
            <a:off x="8857560" y="462708"/>
            <a:ext cx="2922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data were collected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AQUAMAT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SEAQUAMAR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KEMRI Cohort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Ugandan studies</a:t>
            </a:r>
          </a:p>
        </p:txBody>
      </p:sp>
    </p:spTree>
    <p:extLst>
      <p:ext uri="{BB962C8B-B14F-4D97-AF65-F5344CB8AC3E}">
        <p14:creationId xmlns:p14="http://schemas.microsoft.com/office/powerpoint/2010/main" val="288505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Watson</dc:creator>
  <cp:lastModifiedBy>James Watson</cp:lastModifiedBy>
  <cp:revision>5</cp:revision>
  <dcterms:created xsi:type="dcterms:W3CDTF">2025-10-07T09:36:53Z</dcterms:created>
  <dcterms:modified xsi:type="dcterms:W3CDTF">2025-10-07T09:46:10Z</dcterms:modified>
</cp:coreProperties>
</file>